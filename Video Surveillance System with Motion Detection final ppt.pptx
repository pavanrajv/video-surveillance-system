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67d751eb72bf6f2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" name="Google Shape;16;g67d751eb72bf6f2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;p1">
            <a:extLst>
              <a:ext uri="{FF2B5EF4-FFF2-40B4-BE49-F238E27FC236}">
                <a16:creationId xmlns:a16="http://schemas.microsoft.com/office/drawing/2014/main" id="{F2E7CBCD-A739-ABCC-BB95-9652D35E0588}"/>
              </a:ext>
            </a:extLst>
          </p:cNvPr>
          <p:cNvSpPr txBox="1"/>
          <p:nvPr/>
        </p:nvSpPr>
        <p:spPr>
          <a:xfrm>
            <a:off x="4641617" y="4749100"/>
            <a:ext cx="41565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MEMBER:</a:t>
            </a:r>
            <a:endParaRPr sz="1800" b="0" i="0" u="none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NAVANEETH. M (498CS22046) </a:t>
            </a:r>
            <a:endParaRPr sz="1800" b="0" i="0" u="none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PAVANRAJ. V (498CS22051) </a:t>
            </a:r>
            <a:endParaRPr sz="1800" b="0" i="0" u="none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PAVAN. S (498CS22052) </a:t>
            </a:r>
            <a:endParaRPr sz="1800" b="0" i="0" u="none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HARISH. N </a:t>
            </a:r>
            <a:r>
              <a:rPr lang="en-US" sz="1800" b="0" i="0" u="none" strike="noStrike" cap="none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(498CS22029) </a:t>
            </a:r>
            <a:endParaRPr sz="1800" b="0" i="0" u="none" strike="noStrike" cap="none" dirty="0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20;p1">
            <a:extLst>
              <a:ext uri="{FF2B5EF4-FFF2-40B4-BE49-F238E27FC236}">
                <a16:creationId xmlns:a16="http://schemas.microsoft.com/office/drawing/2014/main" id="{E2168E57-BB5A-F8C2-9B4D-46B70D4693D6}"/>
              </a:ext>
            </a:extLst>
          </p:cNvPr>
          <p:cNvSpPr txBox="1"/>
          <p:nvPr/>
        </p:nvSpPr>
        <p:spPr>
          <a:xfrm>
            <a:off x="1446135" y="1373900"/>
            <a:ext cx="6098527" cy="12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5200" b="1" i="0" u="none" strike="noStrike" cap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BGS POLYTECHNIC</a:t>
            </a:r>
            <a:endParaRPr sz="5200" b="1" i="0" u="none" strike="noStrike" cap="none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4000" b="0" i="0" u="none" strike="noStrike" cap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CHICKBALLAPURA</a:t>
            </a:r>
            <a:endParaRPr sz="4000" b="0" i="0" u="none" strike="noStrike" cap="none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A0A390F-965B-5A57-BDAF-A7E65A68C05C}"/>
              </a:ext>
            </a:extLst>
          </p:cNvPr>
          <p:cNvSpPr/>
          <p:nvPr/>
        </p:nvSpPr>
        <p:spPr>
          <a:xfrm>
            <a:off x="272804" y="858695"/>
            <a:ext cx="1173331" cy="1634305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effectLst>
            <a:glow rad="139700">
              <a:schemeClr val="accent2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  <a:scene3d>
            <a:camera prst="perspectiveRight"/>
            <a:lightRig rig="chilly" dir="t"/>
          </a:scene3d>
          <a:sp3d z="101600" prstMaterial="metal"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B700D23-5BF1-660D-D0E6-E3B802545DD0}"/>
              </a:ext>
            </a:extLst>
          </p:cNvPr>
          <p:cNvSpPr/>
          <p:nvPr/>
        </p:nvSpPr>
        <p:spPr>
          <a:xfrm>
            <a:off x="7707737" y="858695"/>
            <a:ext cx="1173331" cy="1634305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effectLst>
            <a:glow rad="139700">
              <a:schemeClr val="accent2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  <a:scene3d>
            <a:camera prst="perspectiveRight"/>
            <a:lightRig rig="chilly" dir="t"/>
          </a:scene3d>
          <a:sp3d z="101600" prstMaterial="metal"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06E7226-46CF-31A9-1FB4-2A3563F87700}"/>
              </a:ext>
            </a:extLst>
          </p:cNvPr>
          <p:cNvSpPr>
            <a:spLocks noChangeAspect="1"/>
          </p:cNvSpPr>
          <p:nvPr/>
        </p:nvSpPr>
        <p:spPr>
          <a:xfrm>
            <a:off x="1151085" y="2157904"/>
            <a:ext cx="1173331" cy="1634305"/>
          </a:xfrm>
          <a:prstGeom prst="ellipse">
            <a:avLst/>
          </a:prstGeom>
          <a:blipFill>
            <a:blip r:embed="rId5"/>
            <a:stretch>
              <a:fillRect l="-1546" t="-3" r="-1546" b="-3"/>
            </a:stretch>
          </a:blipFill>
          <a:effectLst>
            <a:glow rad="139700">
              <a:schemeClr val="accent2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  <a:scene3d>
            <a:camera prst="perspectiveRight"/>
            <a:lightRig rig="chilly" dir="t"/>
          </a:scene3d>
          <a:sp3d z="101600" prstMaterial="metal"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D3A3B11-80F6-AF25-48BF-F0485EE8F409}"/>
              </a:ext>
            </a:extLst>
          </p:cNvPr>
          <p:cNvSpPr/>
          <p:nvPr/>
        </p:nvSpPr>
        <p:spPr>
          <a:xfrm>
            <a:off x="6829456" y="2157905"/>
            <a:ext cx="1173331" cy="1634305"/>
          </a:xfrm>
          <a:prstGeom prst="ellipse">
            <a:avLst/>
          </a:prstGeom>
          <a:blipFill>
            <a:blip r:embed="rId6"/>
            <a:stretch>
              <a:fillRect/>
            </a:stretch>
          </a:blipFill>
          <a:effectLst>
            <a:glow rad="139700">
              <a:schemeClr val="accent2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  <a:scene3d>
            <a:camera prst="perspectiveRight"/>
            <a:lightRig rig="chilly" dir="t"/>
          </a:scene3d>
          <a:sp3d z="101600" prstMaterial="metal"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Video Surveillance System with Motion Detection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" name="Google Shape;26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Final Capstone Project Presentation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Team: Mike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5F1F96A-05D9-A71B-611F-FE0DA54D2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392" y="845312"/>
            <a:ext cx="8229600" cy="11430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A23AAD0E-79D5-C4F3-66F8-0411A7A84E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1609" y="2173410"/>
            <a:ext cx="7194085" cy="253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Objective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Develop a real-time motion detection system with video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processing and visualization.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Key Features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Motion detection, video recording, snapshot capture, and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graphical motion intensity representation.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Application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Enhances security, surveillance, and automated monitoring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457200" y="7317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342900" rtl="0">
              <a:spcBef>
                <a:spcPts val="360"/>
              </a:spcBef>
              <a:spcAft>
                <a:spcPts val="0"/>
              </a:spcAft>
              <a:buClr>
                <a:srgbClr val="3C3C3C"/>
              </a:buClr>
              <a:buSzPts val="1800"/>
              <a:buFont typeface="Times New Roman"/>
              <a:buAutoNum type="arabicPeriod"/>
            </a:pPr>
            <a:r>
              <a:rPr lang="en-US" sz="1800" b="1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 motion:</a:t>
            </a: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Detect motion in video footage from cameras.</a:t>
            </a:r>
            <a:endParaRPr sz="1800" dirty="0">
              <a:solidFill>
                <a:srgbClr val="3C3C3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342900" rtl="0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Font typeface="Times New Roman"/>
              <a:buAutoNum type="arabicPeriod"/>
            </a:pPr>
            <a:r>
              <a:rPr lang="en-US" sz="1800" b="1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 video footage:</a:t>
            </a: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Record video footage from cameras.</a:t>
            </a:r>
            <a:endParaRPr sz="1800" dirty="0">
              <a:solidFill>
                <a:srgbClr val="3C3C3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342900" rtl="0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Font typeface="Times New Roman"/>
              <a:buAutoNum type="arabicPeriod"/>
            </a:pPr>
            <a:r>
              <a:rPr lang="en-US" sz="1800" b="1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real-time monitoring:</a:t>
            </a: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 real-time monitoring of video footage.</a:t>
            </a:r>
            <a:endParaRPr sz="1800" dirty="0">
              <a:solidFill>
                <a:srgbClr val="3C3C3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334652" y="7317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Compared traditional CCTV and modern AI-based systems.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36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Evaluated OpenCV and alternative libraries.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36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Studied past failures due to false alarms and poor integration.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391212" y="7317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Capture live video using a webcam/IP camera.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36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Analyze frame differences using OpenCV.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36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Trigger alerts and store evidence if motion is detected.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36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Display data via web-based interface.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457200" y="7317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Identification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Manual surveillance is resource-heavy and error-prone.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36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Existing solutions lack real-time processing.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36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High cost and poor integration limit current systems.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391212" y="8025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Deliverables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0" algn="l" rtl="0">
              <a:spcBef>
                <a:spcPts val="1360"/>
              </a:spcBef>
              <a:spcAft>
                <a:spcPts val="0"/>
              </a:spcAft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136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Software application: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A software application that captures and records video footage from cameras, detects motion, and alerts users of potential security threats.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User manual: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A user manual that provides instructions on how to use the software application.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Technical documentation: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Technical documentation that provides information on the software application's architecture, design, and implementation.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457200" y="53858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Description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Video Surveillance System with Motion Detection is a software application that </a:t>
            </a:r>
            <a:endParaRPr sz="1800" dirty="0">
              <a:solidFill>
                <a:srgbClr val="3C3C3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captures and records video footage from cameras, detects motion, and alerts users of potential security threats</a:t>
            </a:r>
            <a:endParaRPr sz="1800" dirty="0">
              <a:solidFill>
                <a:srgbClr val="3C3C3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342900" algn="l" rtl="0">
              <a:spcBef>
                <a:spcPts val="360"/>
              </a:spcBef>
              <a:spcAft>
                <a:spcPts val="0"/>
              </a:spcAft>
              <a:buClr>
                <a:srgbClr val="3C3C3C"/>
              </a:buClr>
              <a:buSzPts val="1800"/>
              <a:buFont typeface="Times New Roman"/>
              <a:buChar char="•"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Real-time motion tracking from live video.</a:t>
            </a:r>
            <a:endParaRPr sz="1800" dirty="0">
              <a:solidFill>
                <a:srgbClr val="3C3C3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Font typeface="Times New Roman"/>
              <a:buChar char="•"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in Python using Flask and OpenCV.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rgbClr val="3C3C3C"/>
              </a:buClr>
              <a:buSzPts val="1800"/>
              <a:buFont typeface="Times New Roman"/>
              <a:buChar char="•"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Events are logged and available for review.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title"/>
          </p:nvPr>
        </p:nvSpPr>
        <p:spPr>
          <a:xfrm>
            <a:off x="362932" y="5385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Milestones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Week 1–2: Planning and Literature Review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36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Week 3–4: Frontend and Interface Design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36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Week 5–6: Backend with Motion Detection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36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Week 7–10: Testing and Optimization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36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Week 11–14: Documentation and Submission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>
            <a:spLocks noGrp="1"/>
          </p:cNvSpPr>
          <p:nvPr>
            <p:ph type="title"/>
          </p:nvPr>
        </p:nvSpPr>
        <p:spPr>
          <a:xfrm>
            <a:off x="457200" y="7317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 Breakdown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360"/>
              </a:spcBef>
              <a:spcAft>
                <a:spcPts val="0"/>
              </a:spcAft>
              <a:buClr>
                <a:srgbClr val="3C3C3C"/>
              </a:buClr>
              <a:buSzPts val="1800"/>
              <a:buFont typeface="Times New Roman"/>
              <a:buChar char="•"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Camera Module: ₹1,500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1360"/>
              </a:spcBef>
              <a:spcAft>
                <a:spcPts val="0"/>
              </a:spcAft>
              <a:buClr>
                <a:srgbClr val="3C3C3C"/>
              </a:buClr>
              <a:buSzPts val="1800"/>
              <a:buFont typeface="Times New Roman"/>
              <a:buChar char="•"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Hosting/Tools: ₹500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1360"/>
              </a:spcBef>
              <a:spcAft>
                <a:spcPts val="0"/>
              </a:spcAft>
              <a:buClr>
                <a:srgbClr val="3C3C3C"/>
              </a:buClr>
              <a:buSzPts val="1800"/>
              <a:buFont typeface="Times New Roman"/>
              <a:buChar char="•"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Miscellaneous: ₹500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1360"/>
              </a:spcBef>
              <a:spcAft>
                <a:spcPts val="0"/>
              </a:spcAft>
              <a:buClr>
                <a:srgbClr val="3C3C3C"/>
              </a:buClr>
              <a:buSzPts val="1800"/>
              <a:buFont typeface="Times New Roman"/>
              <a:buChar char="•"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Total Estimated Cost: ₹2,500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372359" y="61400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Timeline Schedule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Total Duration: 14 weeks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36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Aligned with academic milestones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36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Weekly goals with internal evaluations and final demo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Analysis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Risk: False Alerts → Solution: Tune thresholds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36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Risk: Hardware Failure → Solution: Backup devices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36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Risk: Time Constraints → Solution: Early planning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Phases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Unit Testing: Individual components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36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Integration Testing: Combined modules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36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System Testing: Complete functionality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36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User Testing: Peer and mentor validation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Successfully detected motion in real-time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36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Alerts triggered accurately with low false positives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36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Integrated user-friendly interface and database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415BD2-5FF1-32C0-CFB3-712DD2238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324" y="1515358"/>
            <a:ext cx="4619134" cy="4526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Dataflow Diagram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BE351E-9C6C-98B3-95FE-77F27934C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53" y="1192364"/>
            <a:ext cx="7735336" cy="45768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sz="3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Automated surveillance system implemented successfully.</a:t>
            </a: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Practical application with future scope: cloud alerts, face detection.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360"/>
              </a:spcBef>
              <a:spcAft>
                <a:spcPts val="0"/>
              </a:spcAft>
              <a:buClr>
                <a:srgbClr val="3C3C3C"/>
              </a:buClr>
              <a:buSzPts val="1800"/>
              <a:buNone/>
            </a:pPr>
            <a:r>
              <a:rPr lang="en-US" sz="1800" dirty="0">
                <a:solidFill>
                  <a:srgbClr val="3C3C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Gained experience in system integration, testing, and UI/UX design.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558</Words>
  <Application>Microsoft Office PowerPoint</Application>
  <PresentationFormat>On-screen Show (4:3)</PresentationFormat>
  <Paragraphs>93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PowerPoint Presentation</vt:lpstr>
      <vt:lpstr>Video Surveillance System with Motion Detection</vt:lpstr>
      <vt:lpstr>Introduction</vt:lpstr>
      <vt:lpstr>Objectives</vt:lpstr>
      <vt:lpstr>Literature Survey</vt:lpstr>
      <vt:lpstr>Methodology</vt:lpstr>
      <vt:lpstr>Problem Identification</vt:lpstr>
      <vt:lpstr>Deliverables</vt:lpstr>
      <vt:lpstr>System Description</vt:lpstr>
      <vt:lpstr>Key Milestones</vt:lpstr>
      <vt:lpstr>Cost Breakdown</vt:lpstr>
      <vt:lpstr>Timeline Schedule</vt:lpstr>
      <vt:lpstr>Risk Analysis</vt:lpstr>
      <vt:lpstr>Testing Phases</vt:lpstr>
      <vt:lpstr>Results</vt:lpstr>
      <vt:lpstr>System Architecture</vt:lpstr>
      <vt:lpstr>Dataflow Diagram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Pavan S</dc:creator>
  <cp:lastModifiedBy>Pavan S</cp:lastModifiedBy>
  <cp:revision>3</cp:revision>
  <dcterms:modified xsi:type="dcterms:W3CDTF">2025-04-26T04:27:24Z</dcterms:modified>
</cp:coreProperties>
</file>